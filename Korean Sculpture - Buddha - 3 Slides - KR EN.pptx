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3"/>
  </p:notesMasterIdLst>
  <p:handoutMasterIdLst>
    <p:handoutMasterId r:id="rId14"/>
  </p:handoutMasterIdLst>
  <p:sldIdLst>
    <p:sldId id="629" r:id="rId2"/>
    <p:sldId id="632" r:id="rId3"/>
    <p:sldId id="633" r:id="rId4"/>
    <p:sldId id="634" r:id="rId5"/>
    <p:sldId id="630" r:id="rId6"/>
    <p:sldId id="635" r:id="rId7"/>
    <p:sldId id="636" r:id="rId8"/>
    <p:sldId id="637" r:id="rId9"/>
    <p:sldId id="638" r:id="rId10"/>
    <p:sldId id="639" r:id="rId11"/>
    <p:sldId id="64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680A1A-FE4F-D084-12F5-9F45093FEA92}" name="Jung Who Nam" initials="JN" userId="S::jungwhonam@kunsan.ac.kr::453b6f78-078d-4027-976f-e5f025e3c614" providerId="AD"/>
  <p188:author id="{F4BCAB3A-89AD-B187-0E1C-101B83FAD068}" name="Jung Who Nam" initials="JN" userId="712c2298deba7ae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15E67-5891-4628-924D-7E4D82A28F15}" v="25" dt="2025-10-08T08:20:08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18" autoAdjust="0"/>
    <p:restoredTop sz="86408" autoAdjust="0"/>
  </p:normalViewPr>
  <p:slideViewPr>
    <p:cSldViewPr snapToGrid="0">
      <p:cViewPr>
        <p:scale>
          <a:sx n="125" d="100"/>
          <a:sy n="125" d="100"/>
        </p:scale>
        <p:origin x="1156" y="3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3" d="100"/>
          <a:sy n="93" d="100"/>
        </p:scale>
        <p:origin x="3784" y="21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 Who Nam" userId="453b6f78-078d-4027-976f-e5f025e3c614" providerId="ADAL" clId="{9E7B349F-31B8-442C-9D48-128F17E4BB33}"/>
    <pc:docChg chg="undo custSel addSld delSld modSld">
      <pc:chgData name="Jung Who Nam" userId="453b6f78-078d-4027-976f-e5f025e3c614" providerId="ADAL" clId="{9E7B349F-31B8-442C-9D48-128F17E4BB33}" dt="2025-10-08T08:33:46.448" v="1032" actId="6549"/>
      <pc:docMkLst>
        <pc:docMk/>
      </pc:docMkLst>
      <pc:sldChg chg="modSp mod">
        <pc:chgData name="Jung Who Nam" userId="453b6f78-078d-4027-976f-e5f025e3c614" providerId="ADAL" clId="{9E7B349F-31B8-442C-9D48-128F17E4BB33}" dt="2025-10-08T08:28:42.399" v="1005" actId="1582"/>
        <pc:sldMkLst>
          <pc:docMk/>
          <pc:sldMk cId="2888676726" sldId="632"/>
        </pc:sldMkLst>
        <pc:spChg chg="mod">
          <ac:chgData name="Jung Who Nam" userId="453b6f78-078d-4027-976f-e5f025e3c614" providerId="ADAL" clId="{9E7B349F-31B8-442C-9D48-128F17E4BB33}" dt="2025-10-08T08:28:42.399" v="1005" actId="1582"/>
          <ac:spMkLst>
            <pc:docMk/>
            <pc:sldMk cId="2888676726" sldId="632"/>
            <ac:spMk id="2" creationId="{B371FCB9-E83D-C6ED-CCEA-9488B231DD4F}"/>
          </ac:spMkLst>
        </pc:spChg>
        <pc:spChg chg="mod">
          <ac:chgData name="Jung Who Nam" userId="453b6f78-078d-4027-976f-e5f025e3c614" providerId="ADAL" clId="{9E7B349F-31B8-442C-9D48-128F17E4BB33}" dt="2025-10-08T08:28:42.399" v="1005" actId="1582"/>
          <ac:spMkLst>
            <pc:docMk/>
            <pc:sldMk cId="2888676726" sldId="632"/>
            <ac:spMk id="3" creationId="{B2D86F83-8A5F-B20F-C8D5-7875312FF03E}"/>
          </ac:spMkLst>
        </pc:spChg>
      </pc:sldChg>
      <pc:sldChg chg="modSp mod">
        <pc:chgData name="Jung Who Nam" userId="453b6f78-078d-4027-976f-e5f025e3c614" providerId="ADAL" clId="{9E7B349F-31B8-442C-9D48-128F17E4BB33}" dt="2025-10-08T08:30:04.101" v="1018" actId="14100"/>
        <pc:sldMkLst>
          <pc:docMk/>
          <pc:sldMk cId="4292730730" sldId="633"/>
        </pc:sldMkLst>
        <pc:spChg chg="mod">
          <ac:chgData name="Jung Who Nam" userId="453b6f78-078d-4027-976f-e5f025e3c614" providerId="ADAL" clId="{9E7B349F-31B8-442C-9D48-128F17E4BB33}" dt="2025-10-08T08:30:04.101" v="1018" actId="14100"/>
          <ac:spMkLst>
            <pc:docMk/>
            <pc:sldMk cId="4292730730" sldId="633"/>
            <ac:spMk id="2" creationId="{FBAF2677-4B09-FA55-2ECB-585E73CAE91A}"/>
          </ac:spMkLst>
        </pc:spChg>
        <pc:spChg chg="mod">
          <ac:chgData name="Jung Who Nam" userId="453b6f78-078d-4027-976f-e5f025e3c614" providerId="ADAL" clId="{9E7B349F-31B8-442C-9D48-128F17E4BB33}" dt="2025-10-08T08:28:47.995" v="1006" actId="1582"/>
          <ac:spMkLst>
            <pc:docMk/>
            <pc:sldMk cId="4292730730" sldId="633"/>
            <ac:spMk id="3" creationId="{824E3FC9-8C1B-9E62-9F53-62B416BD7EFD}"/>
          </ac:spMkLst>
        </pc:spChg>
        <pc:spChg chg="mod">
          <ac:chgData name="Jung Who Nam" userId="453b6f78-078d-4027-976f-e5f025e3c614" providerId="ADAL" clId="{9E7B349F-31B8-442C-9D48-128F17E4BB33}" dt="2025-10-08T08:29:31.123" v="1013" actId="1076"/>
          <ac:spMkLst>
            <pc:docMk/>
            <pc:sldMk cId="4292730730" sldId="633"/>
            <ac:spMk id="6" creationId="{653BF75F-5C0A-7138-C4DB-4D90B8EC186B}"/>
          </ac:spMkLst>
        </pc:spChg>
        <pc:spChg chg="mod">
          <ac:chgData name="Jung Who Nam" userId="453b6f78-078d-4027-976f-e5f025e3c614" providerId="ADAL" clId="{9E7B349F-31B8-442C-9D48-128F17E4BB33}" dt="2025-10-08T08:29:32.669" v="1014" actId="1076"/>
          <ac:spMkLst>
            <pc:docMk/>
            <pc:sldMk cId="4292730730" sldId="633"/>
            <ac:spMk id="7" creationId="{59246340-F77A-F1F6-07B3-4EB3C3E514F0}"/>
          </ac:spMkLst>
        </pc:spChg>
        <pc:spChg chg="mod">
          <ac:chgData name="Jung Who Nam" userId="453b6f78-078d-4027-976f-e5f025e3c614" providerId="ADAL" clId="{9E7B349F-31B8-442C-9D48-128F17E4BB33}" dt="2025-10-08T08:29:34.770" v="1015" actId="1076"/>
          <ac:spMkLst>
            <pc:docMk/>
            <pc:sldMk cId="4292730730" sldId="633"/>
            <ac:spMk id="9" creationId="{CE2BFD4D-866A-E68D-6621-8C56F5F20E98}"/>
          </ac:spMkLst>
        </pc:spChg>
      </pc:sldChg>
      <pc:sldChg chg="modSp mod">
        <pc:chgData name="Jung Who Nam" userId="453b6f78-078d-4027-976f-e5f025e3c614" providerId="ADAL" clId="{9E7B349F-31B8-442C-9D48-128F17E4BB33}" dt="2025-10-08T08:30:40.251" v="1030" actId="14100"/>
        <pc:sldMkLst>
          <pc:docMk/>
          <pc:sldMk cId="2599639917" sldId="634"/>
        </pc:sldMkLst>
        <pc:spChg chg="mod">
          <ac:chgData name="Jung Who Nam" userId="453b6f78-078d-4027-976f-e5f025e3c614" providerId="ADAL" clId="{9E7B349F-31B8-442C-9D48-128F17E4BB33}" dt="2025-10-08T08:30:19.404" v="1021" actId="6549"/>
          <ac:spMkLst>
            <pc:docMk/>
            <pc:sldMk cId="2599639917" sldId="634"/>
            <ac:spMk id="2" creationId="{F9A8D94E-B079-B8E5-DDFB-78F539B59E7F}"/>
          </ac:spMkLst>
        </pc:spChg>
        <pc:spChg chg="mod">
          <ac:chgData name="Jung Who Nam" userId="453b6f78-078d-4027-976f-e5f025e3c614" providerId="ADAL" clId="{9E7B349F-31B8-442C-9D48-128F17E4BB33}" dt="2025-10-08T08:28:53.148" v="1007" actId="1582"/>
          <ac:spMkLst>
            <pc:docMk/>
            <pc:sldMk cId="2599639917" sldId="634"/>
            <ac:spMk id="3" creationId="{FEA9EDDE-4082-EACF-D442-64DB786C6ADE}"/>
          </ac:spMkLst>
        </pc:spChg>
        <pc:spChg chg="mod">
          <ac:chgData name="Jung Who Nam" userId="453b6f78-078d-4027-976f-e5f025e3c614" providerId="ADAL" clId="{9E7B349F-31B8-442C-9D48-128F17E4BB33}" dt="2025-10-08T08:30:40.251" v="1030" actId="14100"/>
          <ac:spMkLst>
            <pc:docMk/>
            <pc:sldMk cId="2599639917" sldId="634"/>
            <ac:spMk id="6" creationId="{8D4A1B51-24AE-49C4-5A88-3D533DFB9896}"/>
          </ac:spMkLst>
        </pc:spChg>
        <pc:spChg chg="mod">
          <ac:chgData name="Jung Who Nam" userId="453b6f78-078d-4027-976f-e5f025e3c614" providerId="ADAL" clId="{9E7B349F-31B8-442C-9D48-128F17E4BB33}" dt="2025-10-08T08:30:35.556" v="1028" actId="14100"/>
          <ac:spMkLst>
            <pc:docMk/>
            <pc:sldMk cId="2599639917" sldId="634"/>
            <ac:spMk id="7" creationId="{5B52C255-F357-7D1A-3F30-B500B60125F2}"/>
          </ac:spMkLst>
        </pc:spChg>
        <pc:spChg chg="mod">
          <ac:chgData name="Jung Who Nam" userId="453b6f78-078d-4027-976f-e5f025e3c614" providerId="ADAL" clId="{9E7B349F-31B8-442C-9D48-128F17E4BB33}" dt="2025-10-08T08:30:37.941" v="1029" actId="1076"/>
          <ac:spMkLst>
            <pc:docMk/>
            <pc:sldMk cId="2599639917" sldId="634"/>
            <ac:spMk id="8" creationId="{DE206696-10B5-CAFB-777B-5E1D170FE722}"/>
          </ac:spMkLst>
        </pc:spChg>
      </pc:sldChg>
      <pc:sldChg chg="modSp new mod">
        <pc:chgData name="Jung Who Nam" userId="453b6f78-078d-4027-976f-e5f025e3c614" providerId="ADAL" clId="{9E7B349F-31B8-442C-9D48-128F17E4BB33}" dt="2025-10-08T07:48:42.193" v="2" actId="27636"/>
        <pc:sldMkLst>
          <pc:docMk/>
          <pc:sldMk cId="4043194283" sldId="635"/>
        </pc:sldMkLst>
        <pc:spChg chg="mod">
          <ac:chgData name="Jung Who Nam" userId="453b6f78-078d-4027-976f-e5f025e3c614" providerId="ADAL" clId="{9E7B349F-31B8-442C-9D48-128F17E4BB33}" dt="2025-10-08T07:48:42.193" v="2" actId="27636"/>
          <ac:spMkLst>
            <pc:docMk/>
            <pc:sldMk cId="4043194283" sldId="635"/>
            <ac:spMk id="2" creationId="{F886C93F-CC72-4685-26B7-C9EA3646316A}"/>
          </ac:spMkLst>
        </pc:spChg>
      </pc:sldChg>
      <pc:sldChg chg="modSp add mod setBg">
        <pc:chgData name="Jung Who Nam" userId="453b6f78-078d-4027-976f-e5f025e3c614" providerId="ADAL" clId="{9E7B349F-31B8-442C-9D48-128F17E4BB33}" dt="2025-10-08T08:23:28.480" v="994" actId="14838"/>
        <pc:sldMkLst>
          <pc:docMk/>
          <pc:sldMk cId="780459029" sldId="636"/>
        </pc:sldMkLst>
        <pc:spChg chg="mod">
          <ac:chgData name="Jung Who Nam" userId="453b6f78-078d-4027-976f-e5f025e3c614" providerId="ADAL" clId="{9E7B349F-31B8-442C-9D48-128F17E4BB33}" dt="2025-10-08T08:23:28.480" v="994" actId="14838"/>
          <ac:spMkLst>
            <pc:docMk/>
            <pc:sldMk cId="780459029" sldId="636"/>
            <ac:spMk id="5" creationId="{9F640F39-E644-B53A-8997-367E580FCB8B}"/>
          </ac:spMkLst>
        </pc:spChg>
      </pc:sldChg>
      <pc:sldChg chg="modSp add mod">
        <pc:chgData name="Jung Who Nam" userId="453b6f78-078d-4027-976f-e5f025e3c614" providerId="ADAL" clId="{9E7B349F-31B8-442C-9D48-128F17E4BB33}" dt="2025-10-08T08:33:28.635" v="1031" actId="6549"/>
        <pc:sldMkLst>
          <pc:docMk/>
          <pc:sldMk cId="175109089" sldId="637"/>
        </pc:sldMkLst>
        <pc:spChg chg="mod">
          <ac:chgData name="Jung Who Nam" userId="453b6f78-078d-4027-976f-e5f025e3c614" providerId="ADAL" clId="{9E7B349F-31B8-442C-9D48-128F17E4BB33}" dt="2025-10-08T08:33:28.635" v="1031" actId="6549"/>
          <ac:spMkLst>
            <pc:docMk/>
            <pc:sldMk cId="175109089" sldId="637"/>
            <ac:spMk id="2" creationId="{6172761A-6278-7FB3-F945-D91E3D1C5EEA}"/>
          </ac:spMkLst>
        </pc:spChg>
        <pc:spChg chg="mod">
          <ac:chgData name="Jung Who Nam" userId="453b6f78-078d-4027-976f-e5f025e3c614" providerId="ADAL" clId="{9E7B349F-31B8-442C-9D48-128F17E4BB33}" dt="2025-10-08T08:28:32.225" v="1004" actId="1582"/>
          <ac:spMkLst>
            <pc:docMk/>
            <pc:sldMk cId="175109089" sldId="637"/>
            <ac:spMk id="3" creationId="{804CA4DE-FE4F-1F68-A875-6D63F0275EC5}"/>
          </ac:spMkLst>
        </pc:spChg>
      </pc:sldChg>
      <pc:sldChg chg="modSp add mod">
        <pc:chgData name="Jung Who Nam" userId="453b6f78-078d-4027-976f-e5f025e3c614" providerId="ADAL" clId="{9E7B349F-31B8-442C-9D48-128F17E4BB33}" dt="2025-10-08T08:28:27.254" v="1003" actId="1582"/>
        <pc:sldMkLst>
          <pc:docMk/>
          <pc:sldMk cId="2041594235" sldId="638"/>
        </pc:sldMkLst>
        <pc:spChg chg="mod">
          <ac:chgData name="Jung Who Nam" userId="453b6f78-078d-4027-976f-e5f025e3c614" providerId="ADAL" clId="{9E7B349F-31B8-442C-9D48-128F17E4BB33}" dt="2025-10-08T08:28:27.254" v="1003" actId="1582"/>
          <ac:spMkLst>
            <pc:docMk/>
            <pc:sldMk cId="2041594235" sldId="638"/>
            <ac:spMk id="2" creationId="{5BE24D03-6EC1-3097-FDC4-6A601FDF848B}"/>
          </ac:spMkLst>
        </pc:spChg>
        <pc:spChg chg="mod">
          <ac:chgData name="Jung Who Nam" userId="453b6f78-078d-4027-976f-e5f025e3c614" providerId="ADAL" clId="{9E7B349F-31B8-442C-9D48-128F17E4BB33}" dt="2025-10-08T08:28:27.254" v="1003" actId="1582"/>
          <ac:spMkLst>
            <pc:docMk/>
            <pc:sldMk cId="2041594235" sldId="638"/>
            <ac:spMk id="3" creationId="{82FED979-AD63-82EF-C11F-53A36BAF9386}"/>
          </ac:spMkLst>
        </pc:spChg>
        <pc:spChg chg="mod">
          <ac:chgData name="Jung Who Nam" userId="453b6f78-078d-4027-976f-e5f025e3c614" providerId="ADAL" clId="{9E7B349F-31B8-442C-9D48-128F17E4BB33}" dt="2025-10-08T08:14:43.913" v="710" actId="14100"/>
          <ac:spMkLst>
            <pc:docMk/>
            <pc:sldMk cId="2041594235" sldId="638"/>
            <ac:spMk id="6" creationId="{A15DB13E-616B-8C93-A46C-84DC1BC4FAB6}"/>
          </ac:spMkLst>
        </pc:spChg>
        <pc:spChg chg="mod">
          <ac:chgData name="Jung Who Nam" userId="453b6f78-078d-4027-976f-e5f025e3c614" providerId="ADAL" clId="{9E7B349F-31B8-442C-9D48-128F17E4BB33}" dt="2025-10-08T08:14:37.059" v="708" actId="1076"/>
          <ac:spMkLst>
            <pc:docMk/>
            <pc:sldMk cId="2041594235" sldId="638"/>
            <ac:spMk id="7" creationId="{3675F971-EF86-3D79-5304-8728D07B40CB}"/>
          </ac:spMkLst>
        </pc:spChg>
        <pc:spChg chg="mod">
          <ac:chgData name="Jung Who Nam" userId="453b6f78-078d-4027-976f-e5f025e3c614" providerId="ADAL" clId="{9E7B349F-31B8-442C-9D48-128F17E4BB33}" dt="2025-10-08T08:15:05.237" v="716" actId="14100"/>
          <ac:spMkLst>
            <pc:docMk/>
            <pc:sldMk cId="2041594235" sldId="638"/>
            <ac:spMk id="9" creationId="{5DDA480C-2D6C-818A-2D7F-024BBC6AB541}"/>
          </ac:spMkLst>
        </pc:spChg>
      </pc:sldChg>
      <pc:sldChg chg="addSp delSp modSp add mod">
        <pc:chgData name="Jung Who Nam" userId="453b6f78-078d-4027-976f-e5f025e3c614" providerId="ADAL" clId="{9E7B349F-31B8-442C-9D48-128F17E4BB33}" dt="2025-10-08T08:33:46.448" v="1032" actId="6549"/>
        <pc:sldMkLst>
          <pc:docMk/>
          <pc:sldMk cId="4112836944" sldId="639"/>
        </pc:sldMkLst>
        <pc:spChg chg="mod">
          <ac:chgData name="Jung Who Nam" userId="453b6f78-078d-4027-976f-e5f025e3c614" providerId="ADAL" clId="{9E7B349F-31B8-442C-9D48-128F17E4BB33}" dt="2025-10-08T08:33:46.448" v="1032" actId="6549"/>
          <ac:spMkLst>
            <pc:docMk/>
            <pc:sldMk cId="4112836944" sldId="639"/>
            <ac:spMk id="2" creationId="{AC22B826-5FA3-98FD-BB48-2EBC7750D618}"/>
          </ac:spMkLst>
        </pc:spChg>
        <pc:spChg chg="mod">
          <ac:chgData name="Jung Who Nam" userId="453b6f78-078d-4027-976f-e5f025e3c614" providerId="ADAL" clId="{9E7B349F-31B8-442C-9D48-128F17E4BB33}" dt="2025-10-08T08:28:20.146" v="1002" actId="1582"/>
          <ac:spMkLst>
            <pc:docMk/>
            <pc:sldMk cId="4112836944" sldId="639"/>
            <ac:spMk id="3" creationId="{9F2C04C1-189B-C5DF-E4E6-828FF5145686}"/>
          </ac:spMkLst>
        </pc:spChg>
        <pc:spChg chg="mod">
          <ac:chgData name="Jung Who Nam" userId="453b6f78-078d-4027-976f-e5f025e3c614" providerId="ADAL" clId="{9E7B349F-31B8-442C-9D48-128F17E4BB33}" dt="2025-10-08T08:03:16.097" v="411" actId="1076"/>
          <ac:spMkLst>
            <pc:docMk/>
            <pc:sldMk cId="4112836944" sldId="639"/>
            <ac:spMk id="6" creationId="{3D3A2DFE-14C2-EA4D-DD22-0A68AB83E5D0}"/>
          </ac:spMkLst>
        </pc:spChg>
        <pc:spChg chg="del mod">
          <ac:chgData name="Jung Who Nam" userId="453b6f78-078d-4027-976f-e5f025e3c614" providerId="ADAL" clId="{9E7B349F-31B8-442C-9D48-128F17E4BB33}" dt="2025-10-08T08:16:52.044" v="880" actId="478"/>
          <ac:spMkLst>
            <pc:docMk/>
            <pc:sldMk cId="4112836944" sldId="639"/>
            <ac:spMk id="7" creationId="{FD2E6D09-6871-E54D-983A-13CD08DCC567}"/>
          </ac:spMkLst>
        </pc:spChg>
        <pc:spChg chg="mod">
          <ac:chgData name="Jung Who Nam" userId="453b6f78-078d-4027-976f-e5f025e3c614" providerId="ADAL" clId="{9E7B349F-31B8-442C-9D48-128F17E4BB33}" dt="2025-10-08T08:17:38.468" v="900" actId="14100"/>
          <ac:spMkLst>
            <pc:docMk/>
            <pc:sldMk cId="4112836944" sldId="639"/>
            <ac:spMk id="8" creationId="{500DC144-71A3-4395-96A1-6A582887967E}"/>
          </ac:spMkLst>
        </pc:spChg>
        <pc:spChg chg="add mod">
          <ac:chgData name="Jung Who Nam" userId="453b6f78-078d-4027-976f-e5f025e3c614" providerId="ADAL" clId="{9E7B349F-31B8-442C-9D48-128F17E4BB33}" dt="2025-10-08T08:18:01.929" v="908" actId="1076"/>
          <ac:spMkLst>
            <pc:docMk/>
            <pc:sldMk cId="4112836944" sldId="639"/>
            <ac:spMk id="9" creationId="{FA75A726-0D09-0212-7ED3-ABF35DE9FD6C}"/>
          </ac:spMkLst>
        </pc:spChg>
      </pc:sldChg>
      <pc:sldChg chg="modSp add mod">
        <pc:chgData name="Jung Who Nam" userId="453b6f78-078d-4027-976f-e5f025e3c614" providerId="ADAL" clId="{9E7B349F-31B8-442C-9D48-128F17E4BB33}" dt="2025-10-08T08:22:41.509" v="990" actId="255"/>
        <pc:sldMkLst>
          <pc:docMk/>
          <pc:sldMk cId="555170752" sldId="640"/>
        </pc:sldMkLst>
        <pc:spChg chg="mod">
          <ac:chgData name="Jung Who Nam" userId="453b6f78-078d-4027-976f-e5f025e3c614" providerId="ADAL" clId="{9E7B349F-31B8-442C-9D48-128F17E4BB33}" dt="2025-10-08T08:22:41.509" v="990" actId="255"/>
          <ac:spMkLst>
            <pc:docMk/>
            <pc:sldMk cId="555170752" sldId="640"/>
            <ac:spMk id="5" creationId="{AD4F33E4-34F1-EEF8-F065-80F73CC2C37C}"/>
          </ac:spMkLst>
        </pc:spChg>
        <pc:spChg chg="mod">
          <ac:chgData name="Jung Who Nam" userId="453b6f78-078d-4027-976f-e5f025e3c614" providerId="ADAL" clId="{9E7B349F-31B8-442C-9D48-128F17E4BB33}" dt="2025-10-08T08:09:09.262" v="521" actId="403"/>
          <ac:spMkLst>
            <pc:docMk/>
            <pc:sldMk cId="555170752" sldId="640"/>
            <ac:spMk id="8" creationId="{FF8B908B-48B4-879B-74BA-F960EC153ACA}"/>
          </ac:spMkLst>
        </pc:spChg>
      </pc:sldChg>
      <pc:sldChg chg="add del setBg">
        <pc:chgData name="Jung Who Nam" userId="453b6f78-078d-4027-976f-e5f025e3c614" providerId="ADAL" clId="{9E7B349F-31B8-442C-9D48-128F17E4BB33}" dt="2025-10-08T07:48:48.274" v="4"/>
        <pc:sldMkLst>
          <pc:docMk/>
          <pc:sldMk cId="4110284473" sldId="64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07DBE9-0189-6009-437A-EFD96EBB64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B872D-D0C3-E3F0-11EA-EBA9B0E6C1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ED32-9C16-A840-AA1A-C8D594D6AD6F}" type="datetimeFigureOut">
              <a:rPr lang="en-KR" smtClean="0"/>
              <a:t>11/21/2025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DE1A3-FC9C-DAF4-5495-CA6114FA9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6CE33-8784-553B-3666-BF2A929E42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BA120-9682-C641-84A3-E7841567882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90628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2B947-D5CA-416C-B9C9-4C50F461C4A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BC135-A896-4486-B01B-72A3C2DC75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474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8389-7BA5-F97A-0403-EBDB93F5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0EBE7D-99A9-2C7C-029C-7F34458FC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6BB46D-DCB2-8EFF-B602-9040BA87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https://sketchfab.com/3d-models/gwanghwamun-gate-haetaeb-006b419b44b945ea88d5a594acfb22b9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43185C-7C97-12D9-7AE3-A29C08302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420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145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D5C6-AD9D-91EC-EC52-C1A09073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F88B0-53F5-AFC3-A869-BED37AC56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5707F9-4E01-F917-7862-618F12E1F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851BB7-1395-192F-7649-3A1EC77C3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36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6EB1B-2AF1-189C-68B2-4319C6DF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F1FF2B-09A2-B94C-B607-06B359415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6EE1B5-ED73-73E4-2E75-19C51B889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25CBF-11A3-706C-5692-A9E3BAAFB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019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FC2F-BCD8-942D-B505-831DB9A2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551DA-FACA-F7C8-3A54-B12BFA770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93D4CE-02D7-A90D-0373-CF7192484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99351B-6FDE-9E46-C60E-AC46CB262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666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9AEB-12B2-5A97-EB22-0028E2C5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514DEE-3B3A-EE65-BA1B-340085154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C94B6E-F3EF-7248-1924-3F7AA0DFA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https://sketchfab.com/3d-models/gwanghwamun-gate-haetaeb-006b419b44b945ea88d5a594acfb22b9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23BEC-362C-94B2-9BD7-4EC120837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03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C1B0-B094-CBE6-2AAB-25E43B65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85E63-BF00-8184-C1C5-980D961ED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78496-038D-6FD6-1B97-94D758446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C12DD-8151-FCDD-B0AC-87654EF3B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7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A695-7AD9-D12E-0137-44C780D2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9A0B56-5D64-5BBA-7DAE-8344A4A50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FF838F-8F8A-2E50-B63A-2B1762428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574628-B794-F241-56AA-11677FFA5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438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B691-8007-C51A-B5A7-ECA6305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5B39C3-1435-9488-1095-BB962A94C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ABE412-AC8A-9D87-A7D2-1D2DB7783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060D4E-52B4-8513-9DE9-36276E16B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823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AF38-855B-AF6C-D675-542D5CB1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040B1-5C9D-2B3C-6A4F-DCA39D083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229736-798A-9E04-13AB-8671FB00C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F782-992E-A6F8-4A95-C1D9EAFDC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BC135-A896-4486-B01B-72A3C2DC75D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57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AEA5C-D169-59B9-1BF8-D076281B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ED576-021F-610E-C672-A78DE52BD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5E215-EA2D-5080-840B-63B75E3E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288A-FC0A-4B06-A9FC-CEEF2CE2F5A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DDB18-DE32-43EC-F96C-3B34E83E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E4D0D2-50FF-3927-BA51-359E54D8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86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86E57-34EB-22EB-162A-1978DE97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687716-7986-48FA-A374-CDB5D45B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0F8E34-AF53-DBBC-2F79-FF755619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A7FDF-D3A5-1984-FFE1-4E46218B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F39318-C999-C781-27B4-B9B35E0C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1857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36A23-E357-6796-B709-64CEB6CE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9F19A-4F9C-0BF7-0117-4AC0D5CF7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65C499-7065-5BA9-A441-0F0AE580F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A8074-CB1B-8186-ED4B-F0ADADA2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A170F3-95E3-BA55-A687-B6EE406E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39334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9EB67-DA45-05D9-2DC8-2E60D85E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A123F-2394-5795-BA8F-BB896C94C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D2240B-22AC-D599-4BC2-99B439BB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58EB2A-2C30-ED21-41ED-24B0D8F7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716BBE-B483-F36E-4CD7-720B8093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A93CD4-3F5B-5726-D4A0-AE0DB583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6816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E3D30-E032-B8DD-91CF-6FCA41ED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E79073-02A4-9E80-BA8D-8FBCD38B0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57F9BB-1FE6-FBC0-8069-2513CFB49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0EB8DD-BE58-A50A-79FF-6D8F1E5F7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2C869E-7177-7552-BBD8-9EBB1B8F7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AD000A-9AFC-8F0D-2A17-E74F73E9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72A2A4-A3D4-00F4-AB95-81DD37F5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AE6CEE-638F-A5D2-5817-4DCA613D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93742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EC537-E14A-9C19-C10E-52C8E2E9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C86DB6-DC5D-9C50-747E-E7AFE41F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64EAF1-3336-92C1-DDE1-7ADE0C8C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1601C7-7D67-46A2-57B0-6F51B29B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87641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14EFA7-5F46-53CF-84A1-5A0AAD7F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0F98CA-5A8B-5D71-AEBA-BF8F2EA9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D0D27-546A-B7DB-30A8-EFE5886E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521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53B92-E6D5-DCB5-74E3-970FF051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BE51B-6511-72B0-209D-E84CD222B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DD6CE2-9640-E1CE-BC3F-8C4C9B7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030F56-28FF-FCCD-BAAB-33E47E6D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A5D94-51E4-AAD4-655F-D1D6B1F6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2D76EC-77FB-9EF7-392A-18B1F667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060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63C13-013D-8464-6751-CCA69237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C0A73B-1E18-F394-9DA4-1A5E85AEE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52ED96-9BBE-898F-45D9-7DFB29A6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45F58D-A474-82E4-E685-44D70819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95F84D-91A2-3A93-7579-71991919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E72897-24F7-352E-CA8F-C64A1209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592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F401-3363-E8D9-CE35-55891193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3CA764-8C36-06DD-0DC2-3AC1B8A78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237FC-2FBB-B92F-BF3A-F55B0CED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8E7369-2BEE-C976-9671-CB737D61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DF0B9-69E9-8E61-9C33-8DB92809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5126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DA31FD-E8DF-A1B2-4912-2EBD0392B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2229FD-8C5B-8B21-4800-C1DDEE3BC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675AA8-5405-D172-59A6-361E3E83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9F4A28-F08E-B2FF-BA27-42A194D5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F8E4-CE86-B9A7-C972-7954FA93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8410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253746" y="299902"/>
            <a:ext cx="11626855" cy="558821"/>
          </a:xfrm>
          <a:noFill/>
        </p:spPr>
        <p:txBody>
          <a:bodyPr tIns="72000" bIns="72000" anchor="t" anchorCtr="0">
            <a:normAutofit/>
          </a:bodyPr>
          <a:lstStyle>
            <a:lvl1pPr marL="0" indent="0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9545D03-0EBC-B82D-F644-07BF72EF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9773" y="6564867"/>
            <a:ext cx="4114800" cy="29313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46D06DE-28A4-0E1A-63DB-1631CB21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098"/>
            <a:ext cx="2743200" cy="293133"/>
          </a:xfrm>
        </p:spPr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" name="텍스트 개체 틀 12">
            <a:extLst>
              <a:ext uri="{FF2B5EF4-FFF2-40B4-BE49-F238E27FC236}">
                <a16:creationId xmlns:a16="http://schemas.microsoft.com/office/drawing/2014/main" id="{55802848-ABD4-D487-AA36-82B4640E4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31834"/>
            <a:ext cx="12192000" cy="619397"/>
          </a:xfrm>
        </p:spPr>
        <p:txBody>
          <a:bodyPr anchor="b">
            <a:normAutofit/>
          </a:bodyPr>
          <a:lstStyle>
            <a:lvl1pPr marL="0" indent="0">
              <a:lnSpc>
                <a:spcPts val="200"/>
              </a:lnSpc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649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3746" y="1105117"/>
            <a:ext cx="11626855" cy="5126717"/>
          </a:xfrm>
        </p:spPr>
        <p:txBody>
          <a:bodyPr lIns="108000" tIns="72000" rIns="108000" bIns="72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253746" y="299902"/>
            <a:ext cx="11626855" cy="558821"/>
          </a:xfrm>
          <a:noFill/>
        </p:spPr>
        <p:txBody>
          <a:bodyPr tIns="72000" bIns="72000" anchor="t" anchorCtr="0">
            <a:normAutofit/>
          </a:bodyPr>
          <a:lstStyle>
            <a:lvl1pPr marL="0" indent="0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9545D03-0EBC-B82D-F644-07BF72EF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9773" y="6564867"/>
            <a:ext cx="4114800" cy="29313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46D06DE-28A4-0E1A-63DB-1631CB21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098"/>
            <a:ext cx="2743200" cy="293133"/>
          </a:xfrm>
        </p:spPr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D33D7EF7-FE96-379A-D30E-7A8F57147C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31834"/>
            <a:ext cx="12192000" cy="619397"/>
          </a:xfrm>
        </p:spPr>
        <p:txBody>
          <a:bodyPr anchor="b">
            <a:normAutofit/>
          </a:bodyPr>
          <a:lstStyle>
            <a:lvl1pPr marL="0" indent="0">
              <a:lnSpc>
                <a:spcPts val="200"/>
              </a:lnSpc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9132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3747" y="1105117"/>
            <a:ext cx="5658705" cy="5126717"/>
          </a:xfrm>
        </p:spPr>
        <p:txBody>
          <a:bodyPr lIns="108000" tIns="72000" rIns="108000" bIns="72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253746" y="299902"/>
            <a:ext cx="11626855" cy="558821"/>
          </a:xfrm>
          <a:noFill/>
        </p:spPr>
        <p:txBody>
          <a:bodyPr tIns="72000" bIns="72000" anchor="t" anchorCtr="0">
            <a:normAutofit/>
          </a:bodyPr>
          <a:lstStyle>
            <a:lvl1pPr marL="0" indent="0">
              <a:buNone/>
              <a:defRPr sz="36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9545D03-0EBC-B82D-F644-07BF72EF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9773" y="6564867"/>
            <a:ext cx="4114800" cy="29313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46D06DE-28A4-0E1A-63DB-1631CB21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098"/>
            <a:ext cx="2743200" cy="293133"/>
          </a:xfrm>
        </p:spPr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B1CEE0-4AF0-F8D1-0748-2D78A766223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9550" y="1107133"/>
            <a:ext cx="5601050" cy="5126717"/>
          </a:xfrm>
        </p:spPr>
        <p:txBody>
          <a:bodyPr lIns="108000" tIns="72000" rIns="108000" bIns="72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59EC2214-E49E-ABB9-C938-AFA0BEB96B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31834"/>
            <a:ext cx="12192000" cy="619397"/>
          </a:xfrm>
        </p:spPr>
        <p:txBody>
          <a:bodyPr anchor="b">
            <a:normAutofit/>
          </a:bodyPr>
          <a:lstStyle>
            <a:lvl1pPr marL="0" indent="0">
              <a:lnSpc>
                <a:spcPts val="200"/>
              </a:lnSpc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174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9545D03-0EBC-B82D-F644-07BF72EF5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9773" y="6564867"/>
            <a:ext cx="4114800" cy="29313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446D06DE-28A4-0E1A-63DB-1631CB21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8098"/>
            <a:ext cx="2743200" cy="293133"/>
          </a:xfrm>
        </p:spPr>
        <p:txBody>
          <a:bodyPr/>
          <a:lstStyle/>
          <a:p>
            <a:fld id="{A7D7A2BA-BB20-49C2-ABAF-5985BF4F7D75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" name="텍스트 개체 틀 12">
            <a:extLst>
              <a:ext uri="{FF2B5EF4-FFF2-40B4-BE49-F238E27FC236}">
                <a16:creationId xmlns:a16="http://schemas.microsoft.com/office/drawing/2014/main" id="{60F13FB6-8338-750A-D8C8-54E2178191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31834"/>
            <a:ext cx="12192000" cy="619397"/>
          </a:xfrm>
        </p:spPr>
        <p:txBody>
          <a:bodyPr anchor="b">
            <a:normAutofit/>
          </a:bodyPr>
          <a:lstStyle>
            <a:lvl1pPr marL="0" indent="0">
              <a:lnSpc>
                <a:spcPts val="200"/>
              </a:lnSpc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609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CA755E-AC7E-614B-1103-7595F972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1FCED7-D9A6-65AC-0AAC-49D40D09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48906D-1FEE-49EC-0761-D5438BC0E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ABB37-8ACB-4CF7-B6FA-5A3A909AB84F}" type="datetime1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F36260-E08B-1680-AC93-79A35D5CA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22A3C-0D56-484E-68B2-34A694132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7A2BA-BB20-49C2-ABAF-5985BF4F7D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69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7" r:id="rId12"/>
    <p:sldLayoutId id="2147483698" r:id="rId13"/>
    <p:sldLayoutId id="2147483664" r:id="rId14"/>
    <p:sldLayoutId id="2147483663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E8E44-8A88-ABBC-DDB9-5376AE9F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125B68E-C779-12AF-2E4F-7F08C112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7F0FF0-6C9D-E0AC-BD37-CF0C973C8B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010FF058-BEAE-7B08-49CA-E9EB17306591}"/>
              </a:ext>
            </a:extLst>
          </p:cNvPr>
          <p:cNvSpPr txBox="1">
            <a:spLocks/>
          </p:cNvSpPr>
          <p:nvPr/>
        </p:nvSpPr>
        <p:spPr>
          <a:xfrm>
            <a:off x="418476" y="407029"/>
            <a:ext cx="11626855" cy="558821"/>
          </a:xfrm>
          <a:prstGeom prst="rect">
            <a:avLst/>
          </a:prstGeom>
          <a:noFill/>
        </p:spPr>
        <p:txBody>
          <a:bodyPr vert="horz" lIns="91440" tIns="72000" rIns="91440" bIns="72000" rtlCol="0" anchor="t" anchorCtr="0">
            <a:normAutofit fontScale="92500"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홍천 </a:t>
            </a:r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물걸리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accent2">
                    <a:lumMod val="50000"/>
                  </a:schemeClr>
                </a:solidFill>
              </a:rPr>
              <a:t>석조비로자나불좌상</a:t>
            </a:r>
            <a:endParaRPr lang="en-US" altLang="ko-KR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4" descr="홍천 물걸리 석조비로자나불좌상">
            <a:extLst>
              <a:ext uri="{FF2B5EF4-FFF2-40B4-BE49-F238E27FC236}">
                <a16:creationId xmlns:a16="http://schemas.microsoft.com/office/drawing/2014/main" id="{C5C5B38A-DFD8-1818-4F14-7EA73B47B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69" y="1493240"/>
            <a:ext cx="4749431" cy="479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홍천 물걸리 석조비로자나불좌상">
            <a:extLst>
              <a:ext uri="{FF2B5EF4-FFF2-40B4-BE49-F238E27FC236}">
                <a16:creationId xmlns:a16="http://schemas.microsoft.com/office/drawing/2014/main" id="{B0C7A749-492C-D2BA-1500-41BAD1116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469" y="1493240"/>
            <a:ext cx="4115061" cy="479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 descr="{&quot;position&quot;:{&quot;x&quot;:0.013178246095776558,&quot;y&quot;:-0.6233333945274353,&quot;z&quot;:0.015409160405397416},&quot;rotation&quot;:{&quot;x&quot;:0.0,&quot;y&quot;:0.9998493194580078,&quot;z&quot;:0.0,&quot;w&quot;:-0.01736503280699253},&quot;scale&quot;:{&quot;x&quot;:0.046666666865348819,&quot;y&quot;:0.046666666865348819,&quot;z&quot;:0.046666666865348819}}">
            <a:extLst>
              <a:ext uri="{FF2B5EF4-FFF2-40B4-BE49-F238E27FC236}">
                <a16:creationId xmlns:a16="http://schemas.microsoft.com/office/drawing/2014/main" id="{F5A5CB45-8733-A077-2649-AE0266C0AC6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0" y="-127000"/>
            <a:ext cx="685800" cy="685800"/>
          </a:xfrm>
          <a:prstGeom prst="rect">
            <a:avLst/>
          </a:prstGeom>
          <a:ln w="38100">
            <a:solidFill>
              <a:srgbClr val="156082"/>
            </a:solidFill>
          </a:ln>
        </p:spPr>
      </p:pic>
    </p:spTree>
    <p:extLst>
      <p:ext uri="{BB962C8B-B14F-4D97-AF65-F5344CB8AC3E}">
        <p14:creationId xmlns:p14="http://schemas.microsoft.com/office/powerpoint/2010/main" val="294419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71FCB9-E83D-C6ED-CCEA-9488B231D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89" y="1105117"/>
            <a:ext cx="8503493" cy="51267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소재지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강원도 홍천군 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대승사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시대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통일신라 후기 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(9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세기 경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지위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보물 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(1971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년 지정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특징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통일신라 후기 불상의 전형적 특징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원만한 얼굴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다소 위축된 신체 표현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다소 무겁게 늘어진 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옷주름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D86F83-8A5F-B20F-C8D5-7875312FF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홍천 </a:t>
            </a:r>
            <a:r>
              <a:rPr lang="ko-KR" altLang="en-US" dirty="0" err="1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물걸리</a:t>
            </a:r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dirty="0" err="1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석조비로자나불좌상</a:t>
            </a:r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3124A7-BD37-5ACC-5AC8-4B47221C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B5010F-05D7-7016-018E-2CCE319B1D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24499"/>
            <a:ext cx="12192000" cy="619397"/>
          </a:xfrm>
        </p:spPr>
        <p:txBody>
          <a:bodyPr/>
          <a:lstStyle/>
          <a:p>
            <a:r>
              <a:rPr lang="ko-KR" altLang="en-US" dirty="0"/>
              <a:t>국가유산청</a:t>
            </a:r>
          </a:p>
        </p:txBody>
      </p:sp>
    </p:spTree>
    <p:extLst>
      <p:ext uri="{BB962C8B-B14F-4D97-AF65-F5344CB8AC3E}">
        <p14:creationId xmlns:p14="http://schemas.microsoft.com/office/powerpoint/2010/main" val="288867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7E75-CD3A-427C-D756-9CDD56FE9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BAF2677-4B09-FA55-2ECB-585E73CAE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492" y="1105117"/>
            <a:ext cx="8166043" cy="5126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얼굴과 머리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풍만한 얼굴과 짧은 목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그리고 소라 껍데기 모양의 머리카락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나발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과 상투처럼 솟은 머리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육계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손 모양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수인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): 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일반적인 부처와 좌우가 반대로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왼손으로 오른손을 감싸 쥔 독특한 형태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좌권인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자세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좌법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): 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악마를 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항복시키는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 의미를 가진 자세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 err="1">
                <a:ln w="3175">
                  <a:solidFill>
                    <a:schemeClr val="tx1"/>
                  </a:solidFill>
                </a:ln>
              </a:rPr>
              <a:t>항마좌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</a:t>
            </a:r>
          </a:p>
          <a:p>
            <a:endParaRPr lang="ko-KR" altLang="en-US" sz="2800" b="1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4E3FC9-8C1B-9E62-9F53-62B416BD7E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석조비로자나불좌상</a:t>
            </a:r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세부 표현</a:t>
            </a:r>
            <a:endParaRPr lang="ko-KR" alt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76B92-A554-1DBA-CEB8-A003688C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309FF2-7647-9D4E-E862-B68F5ED80B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  <a:r>
              <a:rPr lang="en-US" altLang="ko-KR" dirty="0"/>
              <a:t>, </a:t>
            </a:r>
            <a:r>
              <a:rPr lang="ko-KR" altLang="en-US" dirty="0" err="1"/>
              <a:t>한국민족문화대백과사전</a:t>
            </a:r>
            <a:endParaRPr lang="ko-KR" altLang="en-US" dirty="0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653BF75F-5C0A-7138-C4DB-4D90B8EC186B}"/>
              </a:ext>
            </a:extLst>
          </p:cNvPr>
          <p:cNvSpPr/>
          <p:nvPr/>
        </p:nvSpPr>
        <p:spPr>
          <a:xfrm>
            <a:off x="533009" y="1296751"/>
            <a:ext cx="248954" cy="1152666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59246340-F77A-F1F6-07B3-4EB3C3E514F0}"/>
              </a:ext>
            </a:extLst>
          </p:cNvPr>
          <p:cNvSpPr/>
          <p:nvPr/>
        </p:nvSpPr>
        <p:spPr>
          <a:xfrm>
            <a:off x="571681" y="3216164"/>
            <a:ext cx="157551" cy="1055945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CE2BFD4D-866A-E68D-6621-8C56F5F20E98}"/>
              </a:ext>
            </a:extLst>
          </p:cNvPr>
          <p:cNvSpPr/>
          <p:nvPr/>
        </p:nvSpPr>
        <p:spPr>
          <a:xfrm>
            <a:off x="585741" y="5110027"/>
            <a:ext cx="143491" cy="766747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73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D2BE-AFE9-855C-69C0-5293CE3B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A8D94E-B079-B8E5-DDFB-78F539B59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366" y="1048215"/>
            <a:ext cx="8073617" cy="50604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형태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</a:p>
          <a:p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8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각형 연꽃 모양 받침대로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중앙 부분에는 공물을 바치는 모습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(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공양상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)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등이 정교하게 조각됨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상대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·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하대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연꽃무늬를 정교하게 조각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중대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: </a:t>
            </a:r>
          </a:p>
          <a:p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각 면에 부처에게 공양을 올리는 사람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악기 연주자</a:t>
            </a:r>
            <a:r>
              <a:rPr lang="en-US" altLang="ko-KR" sz="2800" b="1" dirty="0">
                <a:ln w="3175">
                  <a:solidFill>
                    <a:schemeClr val="tx1"/>
                  </a:solidFill>
                </a:ln>
              </a:rPr>
              <a:t>, </a:t>
            </a:r>
            <a:r>
              <a:rPr lang="ko-KR" altLang="en-US" sz="2800" b="1" dirty="0">
                <a:ln w="3175">
                  <a:solidFill>
                    <a:schemeClr val="tx1"/>
                  </a:solidFill>
                </a:ln>
              </a:rPr>
              <a:t>향로 등을 섬세하게 새겨 넣음</a:t>
            </a:r>
            <a:endParaRPr lang="en-US" altLang="ko-KR" sz="2800" b="1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A9EDDE-4082-EACF-D442-64DB786C6A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err="1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석조비로자나불좌상</a:t>
            </a:r>
            <a:r>
              <a:rPr lang="ko-KR" alt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받침대</a:t>
            </a:r>
            <a:endParaRPr lang="ko-KR" alt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A4B9F-F5F3-042E-953C-05A7649F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2C63D7-E4C6-5BEE-7477-77761466D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  <a:r>
              <a:rPr lang="en-US" altLang="ko-KR" dirty="0"/>
              <a:t>, </a:t>
            </a:r>
            <a:r>
              <a:rPr lang="ko-KR" altLang="en-US" dirty="0" err="1"/>
              <a:t>한국민족문화대백과사전</a:t>
            </a:r>
            <a:endParaRPr lang="ko-KR" altLang="en-US" dirty="0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8D4A1B51-24AE-49C4-5A88-3D533DFB9896}"/>
              </a:ext>
            </a:extLst>
          </p:cNvPr>
          <p:cNvSpPr/>
          <p:nvPr/>
        </p:nvSpPr>
        <p:spPr>
          <a:xfrm>
            <a:off x="391875" y="1281306"/>
            <a:ext cx="250492" cy="931737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5B52C255-F357-7D1A-3F30-B500B60125F2}"/>
              </a:ext>
            </a:extLst>
          </p:cNvPr>
          <p:cNvSpPr/>
          <p:nvPr/>
        </p:nvSpPr>
        <p:spPr>
          <a:xfrm>
            <a:off x="391874" y="4751968"/>
            <a:ext cx="250492" cy="885211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DE206696-10B5-CAFB-777B-5E1D170FE722}"/>
              </a:ext>
            </a:extLst>
          </p:cNvPr>
          <p:cNvSpPr/>
          <p:nvPr/>
        </p:nvSpPr>
        <p:spPr>
          <a:xfrm>
            <a:off x="391874" y="3145202"/>
            <a:ext cx="250492" cy="619397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63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F4AAE-68EF-7739-0575-B7AE01A6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0BCE1A1-7C9F-7078-43CB-8B453571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C0977ED7-5683-4717-F5BF-5F8A66BA8590}"/>
              </a:ext>
            </a:extLst>
          </p:cNvPr>
          <p:cNvSpPr txBox="1">
            <a:spLocks/>
          </p:cNvSpPr>
          <p:nvPr/>
        </p:nvSpPr>
        <p:spPr>
          <a:xfrm>
            <a:off x="253746" y="298903"/>
            <a:ext cx="11626855" cy="558821"/>
          </a:xfrm>
          <a:prstGeom prst="rect">
            <a:avLst/>
          </a:prstGeom>
          <a:noFill/>
        </p:spPr>
        <p:txBody>
          <a:bodyPr vert="horz" lIns="91440" tIns="72000" rIns="91440" bIns="72000" rtlCol="0" anchor="t" anchorCtr="0">
            <a:normAutofit fontScale="92500"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참고 자료 출처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98B95911-2742-3DED-F79A-971D4CF0BD54}"/>
              </a:ext>
            </a:extLst>
          </p:cNvPr>
          <p:cNvSpPr txBox="1">
            <a:spLocks/>
          </p:cNvSpPr>
          <p:nvPr/>
        </p:nvSpPr>
        <p:spPr>
          <a:xfrm>
            <a:off x="253748" y="1105117"/>
            <a:ext cx="11453570" cy="560564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※ </a:t>
            </a:r>
            <a:r>
              <a:rPr lang="ko-KR" altLang="en-US" sz="1800" b="1" dirty="0"/>
              <a:t>사진과 그림의 출처는 각 슬라이드 왼쪽 아래에 표기하였습니다</a:t>
            </a:r>
            <a:r>
              <a:rPr lang="en-US" altLang="ko-KR" sz="1800" b="1" dirty="0"/>
              <a:t>.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/>
              <a:t>문화체육관광부 메타버스 </a:t>
            </a:r>
            <a:r>
              <a:rPr lang="ko-KR" altLang="en-US" sz="1800" b="1" dirty="0" err="1"/>
              <a:t>데이터랩</a:t>
            </a:r>
            <a:endParaRPr lang="en-US" altLang="ko-KR" sz="1800" b="1" dirty="0"/>
          </a:p>
          <a:p>
            <a:r>
              <a:rPr lang="en-US" altLang="ko-KR" sz="1800" b="1" dirty="0"/>
              <a:t>culture.go.kr/</a:t>
            </a:r>
            <a:r>
              <a:rPr lang="en-US" altLang="ko-KR" sz="1800" b="1" dirty="0" err="1"/>
              <a:t>datametaverse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bbs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board.php?bo_table</a:t>
            </a:r>
            <a:r>
              <a:rPr lang="en-US" altLang="ko-KR" sz="1800" b="1" dirty="0"/>
              <a:t>=</a:t>
            </a:r>
            <a:r>
              <a:rPr lang="en-US" altLang="ko-KR" sz="1800" b="1" dirty="0" err="1"/>
              <a:t>object&amp;wr_id</a:t>
            </a:r>
            <a:r>
              <a:rPr lang="en-US" altLang="ko-KR" sz="1800" b="1" dirty="0"/>
              <a:t>=223&amp;sca=</a:t>
            </a:r>
            <a:r>
              <a:rPr lang="ko-KR" altLang="en-US" sz="1800" b="1" dirty="0"/>
              <a:t>강원도문화재연구소</a:t>
            </a:r>
            <a:r>
              <a:rPr lang="en-US" altLang="ko-KR" sz="1800" b="1" dirty="0"/>
              <a:t>+</a:t>
            </a:r>
            <a:r>
              <a:rPr lang="ko-KR" altLang="en-US" sz="1800" b="1" dirty="0"/>
              <a:t>석탑</a:t>
            </a:r>
            <a:r>
              <a:rPr lang="en-US" altLang="ko-KR" sz="1800" b="1" dirty="0"/>
              <a:t>+9</a:t>
            </a:r>
            <a:r>
              <a:rPr lang="ko-KR" altLang="en-US" sz="1800" b="1" dirty="0"/>
              <a:t>종</a:t>
            </a:r>
            <a:endParaRPr lang="en-US" altLang="ko-KR" sz="1800" b="1" dirty="0"/>
          </a:p>
          <a:p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/>
              <a:t>국가유산청 </a:t>
            </a:r>
            <a:r>
              <a:rPr lang="ko-KR" altLang="en-US" sz="1800" b="1" dirty="0" err="1"/>
              <a:t>국가유산포털</a:t>
            </a:r>
            <a:endParaRPr lang="en-US" altLang="ko-KR" sz="1800" b="1" dirty="0"/>
          </a:p>
          <a:p>
            <a:r>
              <a:rPr lang="en-US" altLang="ko-KR" sz="1800" b="1" dirty="0"/>
              <a:t>digital.khs.go.kr/</a:t>
            </a:r>
            <a:r>
              <a:rPr lang="en-US" altLang="ko-KR" sz="1800" b="1" dirty="0" err="1"/>
              <a:t>heri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heriDetail.do?ctptUid</a:t>
            </a:r>
            <a:r>
              <a:rPr lang="en-US" altLang="ko-KR" sz="1800" b="1" dirty="0"/>
              <a:t>=13898859701623503061&amp;ctptNo=1123205420000</a:t>
            </a:r>
          </a:p>
          <a:p>
            <a:r>
              <a:rPr lang="en-US" altLang="ko-KR" sz="1800" b="1" dirty="0"/>
              <a:t>heritage.go.kr/heri/cul/culSelectDetail.do?searchCondition=&amp;searchCondition2=&amp;ccbaKdcd=12&amp;ccbaAsno=05420000&amp;ccbaCtcd=32&amp;ccbaCpno=1123205420000&amp;ccbaGcode=CB&amp;ccbaBcode=05&amp;ccbaMcode=01&amp;culPageNo=9&amp;header=div&amp;returnUrl=%2Fheri%2Fcul%2FculSelectDivList.do&amp;pageNo=1_1_4_1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 err="1"/>
              <a:t>한국민족문화대백과사전</a:t>
            </a:r>
            <a:endParaRPr lang="en-US" altLang="ko-KR" sz="1800" b="1" dirty="0"/>
          </a:p>
          <a:p>
            <a:r>
              <a:rPr lang="en-US" altLang="ko-KR" sz="1800" b="1" dirty="0"/>
              <a:t>encykorea.aks.ac.kr/Article/E0064471</a:t>
            </a:r>
          </a:p>
        </p:txBody>
      </p:sp>
    </p:spTree>
    <p:extLst>
      <p:ext uri="{BB962C8B-B14F-4D97-AF65-F5344CB8AC3E}">
        <p14:creationId xmlns:p14="http://schemas.microsoft.com/office/powerpoint/2010/main" val="239978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EACB78-A3E7-A860-8E66-6DC2B3F6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194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A98DF-4A5F-6E83-BC11-604A0C79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12B787-B8CF-4E6E-571B-DD2C3884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1DF618-A400-16A3-F996-450FF74D84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F640F39-E644-B53A-8997-367E580FCB8B}"/>
              </a:ext>
            </a:extLst>
          </p:cNvPr>
          <p:cNvSpPr txBox="1">
            <a:spLocks/>
          </p:cNvSpPr>
          <p:nvPr/>
        </p:nvSpPr>
        <p:spPr>
          <a:xfrm>
            <a:off x="418476" y="407029"/>
            <a:ext cx="11626855" cy="558821"/>
          </a:xfrm>
          <a:prstGeom prst="rect">
            <a:avLst/>
          </a:prstGeom>
          <a:noFill/>
        </p:spPr>
        <p:txBody>
          <a:bodyPr vert="horz" lIns="91440" tIns="72000" rIns="91440" bIns="72000" rtlCol="0" anchor="t" anchorCtr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Hongcheon’s Stone Seated Vairocana Buddha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4" descr="홍천 물걸리 석조비로자나불좌상">
            <a:extLst>
              <a:ext uri="{FF2B5EF4-FFF2-40B4-BE49-F238E27FC236}">
                <a16:creationId xmlns:a16="http://schemas.microsoft.com/office/drawing/2014/main" id="{09BFD115-D80E-2475-31C7-02D227DC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69" y="1493240"/>
            <a:ext cx="4749431" cy="479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홍천 물걸리 석조비로자나불좌상">
            <a:extLst>
              <a:ext uri="{FF2B5EF4-FFF2-40B4-BE49-F238E27FC236}">
                <a16:creationId xmlns:a16="http://schemas.microsoft.com/office/drawing/2014/main" id="{B3F72581-60C5-3A1C-D5F9-430F77B22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469" y="1493240"/>
            <a:ext cx="4115061" cy="479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 descr="{&quot;position&quot;:{&quot;x&quot;:0.013178246095776558,&quot;y&quot;:-0.6233333945274353,&quot;z&quot;:0.015409160405397416},&quot;rotation&quot;:{&quot;x&quot;:0.0,&quot;y&quot;:0.9998493194580078,&quot;z&quot;:0.0,&quot;w&quot;:-0.01736503280699253},&quot;scale&quot;:{&quot;x&quot;:0.046666666865348819,&quot;y&quot;:0.046666666865348819,&quot;z&quot;:0.046666666865348819}}">
            <a:extLst>
              <a:ext uri="{FF2B5EF4-FFF2-40B4-BE49-F238E27FC236}">
                <a16:creationId xmlns:a16="http://schemas.microsoft.com/office/drawing/2014/main" id="{53C65D27-36E2-161A-3DD4-0D1DF7274BC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0" y="-127000"/>
            <a:ext cx="685800" cy="685800"/>
          </a:xfrm>
          <a:prstGeom prst="rect">
            <a:avLst/>
          </a:prstGeom>
          <a:ln w="38100">
            <a:solidFill>
              <a:srgbClr val="156082"/>
            </a:solidFill>
          </a:ln>
        </p:spPr>
      </p:pic>
    </p:spTree>
    <p:extLst>
      <p:ext uri="{BB962C8B-B14F-4D97-AF65-F5344CB8AC3E}">
        <p14:creationId xmlns:p14="http://schemas.microsoft.com/office/powerpoint/2010/main" val="78045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194F-02CD-75A0-B632-1F55CAC1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72761A-6278-7FB3-F945-D91E3D1C5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89" y="1105117"/>
            <a:ext cx="11423143" cy="5126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Location: </a:t>
            </a:r>
            <a:r>
              <a:rPr lang="en-US" altLang="ko-KR" sz="3000" b="1" dirty="0" err="1">
                <a:ln w="3175">
                  <a:solidFill>
                    <a:schemeClr val="tx1"/>
                  </a:solidFill>
                </a:ln>
              </a:rPr>
              <a:t>Daeseungsa</a:t>
            </a: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 Temple, Hongcheon-gun, Gangwon-do </a:t>
            </a:r>
          </a:p>
          <a:p>
            <a:pPr marL="0" indent="0">
              <a:buNone/>
            </a:pPr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Period: Late Unified Silla (9th century) </a:t>
            </a:r>
          </a:p>
          <a:p>
            <a:pPr marL="0" indent="0">
              <a:buNone/>
            </a:pPr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Status: Treasure (Designated in 1971)</a:t>
            </a:r>
          </a:p>
          <a:p>
            <a:pPr marL="0" indent="0">
              <a:buNone/>
            </a:pPr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Key Features: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Classic Late Unified Silla Style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Gentle face, compact body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Heavy, stylized drapery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CA4DE-FE4F-1F68-A875-6D63F0275E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Stone Seated Vairocana Buddha - </a:t>
            </a:r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Overview</a:t>
            </a:r>
            <a:endParaRPr lang="ko-KR" alt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84C32-2F31-3AAD-07BC-A00395DD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2F2AFB-515E-E0F2-2E0A-317373A63E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224499"/>
            <a:ext cx="12192000" cy="619397"/>
          </a:xfrm>
        </p:spPr>
        <p:txBody>
          <a:bodyPr/>
          <a:lstStyle/>
          <a:p>
            <a:r>
              <a:rPr lang="ko-KR" altLang="en-US" dirty="0"/>
              <a:t>국가유산청</a:t>
            </a:r>
          </a:p>
        </p:txBody>
      </p:sp>
    </p:spTree>
    <p:extLst>
      <p:ext uri="{BB962C8B-B14F-4D97-AF65-F5344CB8AC3E}">
        <p14:creationId xmlns:p14="http://schemas.microsoft.com/office/powerpoint/2010/main" val="17510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7B13-D341-2CD0-733B-6429686C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BE24D03-6EC1-3097-FDC4-6A601FDF8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729" y="1095881"/>
            <a:ext cx="10187159" cy="5126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Face</a:t>
            </a:r>
            <a:r>
              <a:rPr lang="ko-KR" altLang="en-US" sz="3000" b="1" dirty="0">
                <a:ln w="3175">
                  <a:solidFill>
                    <a:schemeClr val="tx1"/>
                  </a:solidFill>
                </a:ln>
              </a:rPr>
              <a:t> </a:t>
            </a: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&amp;</a:t>
            </a:r>
            <a:r>
              <a:rPr lang="ko-KR" altLang="en-US" sz="3000" b="1" dirty="0">
                <a:ln w="3175">
                  <a:solidFill>
                    <a:schemeClr val="tx1"/>
                  </a:solidFill>
                </a:ln>
              </a:rPr>
              <a:t> </a:t>
            </a: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Head: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Full face and short neck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Seashell-shaped hair curls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Wisdom bump on head</a:t>
            </a:r>
          </a:p>
          <a:p>
            <a:endParaRPr lang="en-US" altLang="ko-KR" sz="1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Hand Gesture: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Unique reversed hand gesture: </a:t>
            </a:r>
            <a:b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</a:b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Left hand clasps the right index finger</a:t>
            </a:r>
          </a:p>
          <a:p>
            <a:endParaRPr lang="en-US" altLang="ko-KR" sz="18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Posture: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Demon-Vanquishing posture</a:t>
            </a:r>
            <a:endParaRPr lang="ko-KR" altLang="en-US" sz="3000" b="1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ED979-AD63-82EF-C11F-53A36BAF93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Stone Seated Vairocana Buddha - Details</a:t>
            </a:r>
            <a:endParaRPr lang="ko-KR" alt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B1BB0-B426-B5D6-D2AB-FA89B94B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CB1FD-52F8-E54F-9BEF-5654871C46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  <a:r>
              <a:rPr lang="en-US" altLang="ko-KR" dirty="0"/>
              <a:t>, </a:t>
            </a:r>
            <a:r>
              <a:rPr lang="ko-KR" altLang="en-US" dirty="0" err="1"/>
              <a:t>한국민족문화대백과사전</a:t>
            </a:r>
            <a:endParaRPr lang="ko-KR" altLang="en-US" dirty="0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A15DB13E-616B-8C93-A46C-84DC1BC4FAB6}"/>
              </a:ext>
            </a:extLst>
          </p:cNvPr>
          <p:cNvSpPr/>
          <p:nvPr/>
        </p:nvSpPr>
        <p:spPr>
          <a:xfrm>
            <a:off x="357989" y="1467364"/>
            <a:ext cx="193176" cy="1479035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3675F971-EF86-3D79-5304-8728D07B40CB}"/>
              </a:ext>
            </a:extLst>
          </p:cNvPr>
          <p:cNvSpPr/>
          <p:nvPr/>
        </p:nvSpPr>
        <p:spPr>
          <a:xfrm>
            <a:off x="357989" y="3693265"/>
            <a:ext cx="193177" cy="1294720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5DDA480C-2D6C-818A-2D7F-024BBC6AB541}"/>
              </a:ext>
            </a:extLst>
          </p:cNvPr>
          <p:cNvSpPr/>
          <p:nvPr/>
        </p:nvSpPr>
        <p:spPr>
          <a:xfrm>
            <a:off x="357988" y="5734851"/>
            <a:ext cx="193177" cy="619397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9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207E-2EFF-E2ED-B5CB-679F6882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22B826-5FA3-98FD-BB48-2EBC7750D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366" y="1048215"/>
            <a:ext cx="10270998" cy="50604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Overall Design: </a:t>
            </a:r>
          </a:p>
          <a:p>
            <a:r>
              <a:rPr lang="en-US" altLang="ko-KR" sz="3000" b="1">
                <a:ln w="3175">
                  <a:solidFill>
                    <a:schemeClr val="tx1"/>
                  </a:solidFill>
                </a:ln>
              </a:rPr>
              <a:t>Octagonal lotus </a:t>
            </a: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pedestal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Intricately carved with scenes of worship</a:t>
            </a:r>
          </a:p>
          <a:p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Upper &amp; Lower Tiers: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Carved with detailed lotus petals</a:t>
            </a:r>
          </a:p>
          <a:p>
            <a:pPr marL="0" indent="0">
              <a:buNone/>
            </a:pPr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  <a:p>
            <a:pPr marL="0" indent="0">
              <a:buNone/>
            </a:pPr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Middle Tier: </a:t>
            </a:r>
          </a:p>
          <a:p>
            <a:r>
              <a:rPr lang="en-US" altLang="ko-KR" sz="3000" b="1" dirty="0">
                <a:ln w="3175">
                  <a:solidFill>
                    <a:schemeClr val="tx1"/>
                  </a:solidFill>
                </a:ln>
              </a:rPr>
              <a:t>Engravings of musicians and figures making offerings</a:t>
            </a:r>
          </a:p>
          <a:p>
            <a:endParaRPr lang="en-US" altLang="ko-KR" sz="3000" b="1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2C04C1-189B-C5DF-E4E6-828FF5145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Stone Seated Vairocana Buddha – The Pedestal</a:t>
            </a:r>
            <a:endParaRPr lang="ko-KR" alt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61150E-D8DD-3C2E-BFE1-C58ED0BE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DF003A-B929-ABF8-0AC9-407C1F8D27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국가유산청</a:t>
            </a:r>
            <a:r>
              <a:rPr lang="en-US" altLang="ko-KR" dirty="0"/>
              <a:t>, </a:t>
            </a:r>
            <a:r>
              <a:rPr lang="ko-KR" altLang="en-US" dirty="0" err="1"/>
              <a:t>한국민족문화대백과사전</a:t>
            </a:r>
            <a:endParaRPr lang="ko-KR" altLang="en-US" dirty="0"/>
          </a:p>
        </p:txBody>
      </p:sp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3D3A2DFE-14C2-EA4D-DD22-0A68AB83E5D0}"/>
              </a:ext>
            </a:extLst>
          </p:cNvPr>
          <p:cNvSpPr/>
          <p:nvPr/>
        </p:nvSpPr>
        <p:spPr>
          <a:xfrm>
            <a:off x="322443" y="1288213"/>
            <a:ext cx="259363" cy="1212925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00DC144-71A3-4395-96A1-6A582887967E}"/>
              </a:ext>
            </a:extLst>
          </p:cNvPr>
          <p:cNvSpPr/>
          <p:nvPr/>
        </p:nvSpPr>
        <p:spPr>
          <a:xfrm>
            <a:off x="322442" y="3452945"/>
            <a:ext cx="259363" cy="619397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FA75A726-0D09-0212-7ED3-ABF35DE9FD6C}"/>
              </a:ext>
            </a:extLst>
          </p:cNvPr>
          <p:cNvSpPr/>
          <p:nvPr/>
        </p:nvSpPr>
        <p:spPr>
          <a:xfrm>
            <a:off x="322441" y="5095360"/>
            <a:ext cx="259363" cy="634258"/>
          </a:xfrm>
          <a:prstGeom prst="leftBracket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836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079E-4582-6FC0-4F85-0B55AB68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12B27CB-093A-225E-616F-EB9ADC35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7A2BA-BB20-49C2-ABAF-5985BF4F7D75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D4F33E4-34F1-EEF8-F065-80F73CC2C37C}"/>
              </a:ext>
            </a:extLst>
          </p:cNvPr>
          <p:cNvSpPr txBox="1">
            <a:spLocks/>
          </p:cNvSpPr>
          <p:nvPr/>
        </p:nvSpPr>
        <p:spPr>
          <a:xfrm>
            <a:off x="253746" y="298903"/>
            <a:ext cx="11626855" cy="558821"/>
          </a:xfrm>
          <a:prstGeom prst="rect">
            <a:avLst/>
          </a:prstGeom>
          <a:noFill/>
        </p:spPr>
        <p:txBody>
          <a:bodyPr vert="horz" lIns="91440" tIns="72000" rIns="91440" bIns="72000" rtlCol="0" anchor="t" anchorCtr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</a:rPr>
              <a:t>References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FF8B908B-48B4-879B-74BA-F960EC153ACA}"/>
              </a:ext>
            </a:extLst>
          </p:cNvPr>
          <p:cNvSpPr txBox="1">
            <a:spLocks/>
          </p:cNvSpPr>
          <p:nvPr/>
        </p:nvSpPr>
        <p:spPr>
          <a:xfrm>
            <a:off x="253748" y="1105117"/>
            <a:ext cx="11453570" cy="560564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 dirty="0"/>
              <a:t>※ </a:t>
            </a:r>
            <a:r>
              <a:rPr lang="ko-KR" altLang="en-US" sz="1800" b="1" dirty="0"/>
              <a:t>사진과 그림의 출처는 각 슬라이드 왼쪽 아래에 표기하였습니다</a:t>
            </a:r>
            <a:r>
              <a:rPr lang="en-US" altLang="ko-KR" sz="1800" b="1" dirty="0"/>
              <a:t>.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/>
              <a:t>문화체육관광부 메타버스 </a:t>
            </a:r>
            <a:r>
              <a:rPr lang="ko-KR" altLang="en-US" sz="1800" b="1" dirty="0" err="1"/>
              <a:t>데이터랩</a:t>
            </a:r>
            <a:endParaRPr lang="en-US" altLang="ko-KR" sz="1800" b="1" dirty="0"/>
          </a:p>
          <a:p>
            <a:r>
              <a:rPr lang="en-US" altLang="ko-KR" sz="1800" b="1" dirty="0"/>
              <a:t>culture.go.kr/</a:t>
            </a:r>
            <a:r>
              <a:rPr lang="en-US" altLang="ko-KR" sz="1800" b="1" dirty="0" err="1"/>
              <a:t>datametaverse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bbs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board.php?bo_table</a:t>
            </a:r>
            <a:r>
              <a:rPr lang="en-US" altLang="ko-KR" sz="1800" b="1" dirty="0"/>
              <a:t>=</a:t>
            </a:r>
            <a:r>
              <a:rPr lang="en-US" altLang="ko-KR" sz="1800" b="1" dirty="0" err="1"/>
              <a:t>object&amp;wr_id</a:t>
            </a:r>
            <a:r>
              <a:rPr lang="en-US" altLang="ko-KR" sz="1800" b="1" dirty="0"/>
              <a:t>=223&amp;sca=</a:t>
            </a:r>
            <a:r>
              <a:rPr lang="ko-KR" altLang="en-US" sz="1800" b="1" dirty="0"/>
              <a:t>강원도문화재연구소</a:t>
            </a:r>
            <a:r>
              <a:rPr lang="en-US" altLang="ko-KR" sz="1800" b="1" dirty="0"/>
              <a:t>+</a:t>
            </a:r>
            <a:r>
              <a:rPr lang="ko-KR" altLang="en-US" sz="1800" b="1" dirty="0"/>
              <a:t>석탑</a:t>
            </a:r>
            <a:r>
              <a:rPr lang="en-US" altLang="ko-KR" sz="1800" b="1" dirty="0"/>
              <a:t>+9</a:t>
            </a:r>
            <a:r>
              <a:rPr lang="ko-KR" altLang="en-US" sz="1800" b="1" dirty="0"/>
              <a:t>종</a:t>
            </a:r>
            <a:endParaRPr lang="en-US" altLang="ko-KR" sz="1800" b="1" dirty="0"/>
          </a:p>
          <a:p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/>
              <a:t>국가유산청 </a:t>
            </a:r>
            <a:r>
              <a:rPr lang="ko-KR" altLang="en-US" sz="1800" b="1" dirty="0" err="1"/>
              <a:t>국가유산포털</a:t>
            </a:r>
            <a:endParaRPr lang="en-US" altLang="ko-KR" sz="1800" b="1" dirty="0"/>
          </a:p>
          <a:p>
            <a:r>
              <a:rPr lang="en-US" altLang="ko-KR" sz="1800" b="1" dirty="0"/>
              <a:t>digital.khs.go.kr/</a:t>
            </a:r>
            <a:r>
              <a:rPr lang="en-US" altLang="ko-KR" sz="1800" b="1" dirty="0" err="1"/>
              <a:t>heri</a:t>
            </a:r>
            <a:r>
              <a:rPr lang="en-US" altLang="ko-KR" sz="1800" b="1" dirty="0"/>
              <a:t>/</a:t>
            </a:r>
            <a:r>
              <a:rPr lang="en-US" altLang="ko-KR" sz="1800" b="1" dirty="0" err="1"/>
              <a:t>heriDetail.do?ctptUid</a:t>
            </a:r>
            <a:r>
              <a:rPr lang="en-US" altLang="ko-KR" sz="1800" b="1" dirty="0"/>
              <a:t>=13898859701623503061&amp;ctptNo=1123205420000</a:t>
            </a:r>
          </a:p>
          <a:p>
            <a:r>
              <a:rPr lang="en-US" altLang="ko-KR" sz="1800" b="1" dirty="0"/>
              <a:t>heritage.go.kr/heri/cul/culSelectDetail.do?searchCondition=&amp;searchCondition2=&amp;ccbaKdcd=12&amp;ccbaAsno=05420000&amp;ccbaCtcd=32&amp;ccbaCpno=1123205420000&amp;ccbaGcode=CB&amp;ccbaBcode=05&amp;ccbaMcode=01&amp;culPageNo=9&amp;header=div&amp;returnUrl=%2Fheri%2Fcul%2FculSelectDivList.do&amp;pageNo=1_1_4_1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ko-KR" altLang="en-US" sz="1800" b="1" dirty="0" err="1"/>
              <a:t>한국민족문화대백과사전</a:t>
            </a:r>
            <a:endParaRPr lang="en-US" altLang="ko-KR" sz="1800" b="1" dirty="0"/>
          </a:p>
          <a:p>
            <a:r>
              <a:rPr lang="en-US" altLang="ko-KR" sz="1800" b="1" dirty="0"/>
              <a:t>encykorea.aks.ac.kr/Article/E0064471</a:t>
            </a:r>
          </a:p>
        </p:txBody>
      </p:sp>
    </p:spTree>
    <p:extLst>
      <p:ext uri="{BB962C8B-B14F-4D97-AF65-F5344CB8AC3E}">
        <p14:creationId xmlns:p14="http://schemas.microsoft.com/office/powerpoint/2010/main" val="55517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16587</TotalTime>
  <Words>643</Words>
  <Application>Microsoft Office PowerPoint</Application>
  <PresentationFormat>와이드스크린</PresentationFormat>
  <Paragraphs>118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Dongjune Ryu</dc:creator>
  <cp:lastModifiedBy>Jung Who Nam</cp:lastModifiedBy>
  <cp:revision>732</cp:revision>
  <dcterms:created xsi:type="dcterms:W3CDTF">2024-09-16T08:04:26Z</dcterms:created>
  <dcterms:modified xsi:type="dcterms:W3CDTF">2025-11-21T06:35:37Z</dcterms:modified>
</cp:coreProperties>
</file>